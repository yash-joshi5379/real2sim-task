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b37ea256-c0ee-b152-2df9-b6f965fbadc9}">
          <p14:sldIdLst>
            <p14:sldId id="256"/>
            <p14:sldId id="257"/>
          </p14:sldIdLst>
        </p14:section>
        <p14:section name="Method" id="{9044dc97-bdb2-a9ad-904e-c52380054339}">
          <p14:sldIdLst>
            <p14:sldId id="258"/>
          </p14:sldIdLst>
        </p14:section>
        <p14:section name="Results" id="{a3c94a4c-7e80-fe79-ff74-3c84638ab72c}">
          <p14:sldIdLst>
            <p14:sldId id="259"/>
            <p14:sldId id="260"/>
            <p14:sldId id="261"/>
          </p14:sldIdLst>
        </p14:section>
        <p14:section name="Why it matters" id="{39f2c530-ef3f-1554-2d34-87a55ea8a657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603504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86200"/>
            <a:ext cx="60350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A simulated robot that learned a task from 54 phone videos of my hand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862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Yash Joshi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Humanoid: Robot Learning Research internship challenge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1"/>
                </a:solidFill>
              </a:rPr>
              <a:t>github.com/yash-joshi5379/Real2Sim-Task</a:t>
            </a:r>
            <a:endParaRPr lang="en-US" sz="1800" dirty="0"/>
          </a:p>
        </p:txBody>
      </p:sp>
      <p:pic>
        <p:nvPicPr>
          <p:cNvPr id="4" name="Image 0" descr="/tmp/claude-0/-home-claude/d9efc72f-2e75-5993-a5ab-c63f869163ee/scratchpad/deck/img/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377440"/>
            <a:ext cx="4846320" cy="174467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0" y="4206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Left: my demo. Right: the Panda in LIBERO replaying it.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result in one slide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96%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success on LIBERO's 50 layouts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for the ketchup task (run G)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13716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tx1"/>
                </a:solidFill>
              </a:rPr>
              <a:t>0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2468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robot demonstrations used: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only my phone videos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13716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</a:rPr>
              <a:t>86%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2468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same model trained on LIBERO's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own 45 robot demos (run B)</a:t>
            </a:r>
            <a:endParaRPr lang="en-US" sz="1500" dirty="0"/>
          </a:p>
        </p:txBody>
      </p:sp>
      <p:pic>
        <p:nvPicPr>
          <p:cNvPr id="9" name="Image 0" descr="/tmp/claude-0/-home-claude/d9efc72f-2e75-5993-a5ab-c63f869163ee/scratchpad/deck/img/g_str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566160"/>
            <a:ext cx="6949440" cy="170329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53492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The trained policy (run G) picking up the ketchup and placing it in the basket.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356616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Task: LIBERO-Object #4, "pick up the ketchup and place it in the basket"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Data: 54 demos I filmed on a phone (bottle for ketchup, box for basket)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Model: SmolVLA fine-tuned with LeRobot, evaluated with lerobot-eval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phone video to robot training data</a:t>
            </a:r>
            <a:endParaRPr lang="en-US" sz="3000" dirty="0"/>
          </a:p>
        </p:txBody>
      </p:sp>
      <p:pic>
        <p:nvPicPr>
          <p:cNvPr id="3" name="Image 0" descr="/tmp/claude-0/-home-claude/d9efc72f-2e75-5993-a5ab-c63f869163ee/scratchpad/repo_out/Real2Sim-Task/docs/media/setup_ph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566160" cy="26775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1. Recording: phone on a stand, printed ArUco marker for scale</a:t>
            </a:r>
            <a:endParaRPr lang="en-US" sz="1100" dirty="0"/>
          </a:p>
        </p:txBody>
      </p:sp>
      <p:pic>
        <p:nvPicPr>
          <p:cNvPr id="5" name="Image 1" descr="/tmp/claude-0/-home-claude/d9efc72f-2e75-5993-a5ab-c63f869163ee/scratchpad/repo_out/Real2Sim-Task/docs/media/extraction_ep02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25880"/>
            <a:ext cx="3566160" cy="213702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343400" y="3657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2. Extraction: 3-D hand path from MediaPipe + geometry</a:t>
            </a:r>
            <a:endParaRPr lang="en-US" sz="1100" dirty="0"/>
          </a:p>
        </p:txBody>
      </p:sp>
      <p:pic>
        <p:nvPicPr>
          <p:cNvPr id="7" name="Image 2" descr="/tmp/claude-0/-home-claude/d9efc72f-2e75-5993-a5ab-c63f869163ee/scratchpad/deck/img/sim_rep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25880"/>
            <a:ext cx="2651760" cy="26517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813816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3. Retargeting: the Panda replays the demo in LIBERO</a:t>
            </a:r>
            <a:endParaRPr lang="en-US" sz="1100" dirty="0"/>
          </a:p>
        </p:txBody>
      </p:sp>
      <p:sp>
        <p:nvSpPr>
          <p:cNvPr id="9" name="card1"/>
          <p:cNvSpPr/>
          <p:nvPr/>
        </p:nvSpPr>
        <p:spPr>
          <a:xfrm>
            <a:off x="548640" y="4572000"/>
            <a:ext cx="35661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731520" y="47091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Why a marker and an A4 sheet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The marker fixes scale and the floor; the sheet's edges give the focal length, so no calibration step.</a:t>
            </a:r>
            <a:endParaRPr lang="en-US" sz="1800" dirty="0"/>
          </a:p>
        </p:txBody>
      </p:sp>
      <p:sp>
        <p:nvSpPr>
          <p:cNvPr id="11" name="card2"/>
          <p:cNvSpPr/>
          <p:nvPr/>
        </p:nvSpPr>
        <p:spPr>
          <a:xfrm>
            <a:off x="4343400" y="4572000"/>
            <a:ext cx="35661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526280" y="47091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Depth without a depth camera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During the carry, the hand's camera ray meets the vertical plane between bottle and box: pure geometry.</a:t>
            </a:r>
            <a:endParaRPr lang="en-US" sz="1800" dirty="0"/>
          </a:p>
        </p:txBody>
      </p:sp>
      <p:sp>
        <p:nvSpPr>
          <p:cNvPr id="13" name="card3"/>
          <p:cNvSpPr/>
          <p:nvPr/>
        </p:nvSpPr>
        <p:spPr>
          <a:xfrm>
            <a:off x="8138160" y="4572000"/>
            <a:ext cx="356616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321040" y="47091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Same format as LIBERO's data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LIBERO's own controller and action space, LeRobot dataset format: my data and theirs train identically.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12 training runs, one change at a time</a:t>
            </a:r>
            <a:endParaRPr lang="en-US" sz="3000" dirty="0"/>
          </a:p>
        </p:txBody>
      </p:sp>
      <p:pic>
        <p:nvPicPr>
          <p:cNvPr id="3" name="Image 0" descr="/tmp/claude-0/-home-claude/d9efc72f-2e75-5993-a5ab-c63f869163ee/scratchpad/repo_out/Real2Sim-Task/docs/media/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315200" cy="48280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83880" y="1325880"/>
            <a:ext cx="3520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Scripted control C2 reaches 98%, so retargeting, actions and format are sound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Placing the bottle where evaluation puts it: 18% → 50% (A → D)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Timing (E), tracking jitter (H) and training length (D-40k) don't explain the rest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Averaging the 54 path shapes does: 50% → 96% (D → G)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ACT from scratch gets 18% on D's data: pretraining matters with 54 demos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made the difference: consistent paths</a:t>
            </a:r>
            <a:endParaRPr lang="en-US" sz="3000" dirty="0"/>
          </a:p>
        </p:txBody>
      </p:sp>
      <p:pic>
        <p:nvPicPr>
          <p:cNvPr id="3" name="Image 0" descr="/tmp/claude-0/-home-claude/d9efc72f-2e75-5993-a5ab-c63f869163ee/scratchpad/repo_out/Real2Sim-Task/docs/media/paths_D_vs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589520" cy="44157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412480" y="1325880"/>
            <a:ext cx="32918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path = straight line from its start to its end + how it bends away from that line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bends of all 54 demos are averaged and put back on every demo's own line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demo keeps its own start, grasp, release and duration; nothing is scripted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Why it works here: the ketchup is always in the same place, so one good shape is enough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didn't work, and what I learned from it</a:t>
            </a:r>
            <a:endParaRPr lang="en-US" sz="3000" dirty="0"/>
          </a:p>
        </p:txBody>
      </p:sp>
      <p:pic>
        <p:nvPicPr>
          <p:cNvPr id="3" name="Image 0" descr="/tmp/claude-0/-home-claude/d9efc72f-2e75-5993-a5ab-c63f869163ee/scratchpad/repo_out/Real2Sim-Task/docs/media/failure_modes_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766560" cy="30342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2976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Run D's three failure modes, from its evaluation videos.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7680960" y="1325880"/>
            <a:ext cx="4023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Copying the hand's grasp: the ketchup slipped → robot-side grasp in a tested height band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Following the path directly: the arm lagged 4-7 cm and hit the bottle → align, then descend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Fitting the transform on where the bottle landed: releases hit the rim → fit on the hand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My first explanation for C's 0% was wrong; C2 disproved it</a:t>
            </a:r>
            <a:endParaRPr lang="en-US" sz="1500" dirty="0"/>
          </a:p>
        </p:txBody>
      </p:sp>
      <p:sp>
        <p:nvSpPr>
          <p:cNvPr id="6" name="card4"/>
          <p:cNvSpPr/>
          <p:nvPr/>
        </p:nvSpPr>
        <p:spPr>
          <a:xfrm>
            <a:off x="548640" y="4800600"/>
            <a:ext cx="67665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9377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Rigour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One seed per run and 50 episodes each, so I report 95% intervals and only claim differences that clear them.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is different about this approach</a:t>
            </a:r>
            <a:endParaRPr lang="en-US" sz="3000" dirty="0"/>
          </a:p>
        </p:txBody>
      </p:sp>
      <p:sp>
        <p:nvSpPr>
          <p:cNvPr id="3" name="diff0"/>
          <p:cNvSpPr/>
          <p:nvPr/>
        </p:nvSpPr>
        <p:spPr>
          <a:xfrm>
            <a:off x="548640" y="146304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My data drives the robot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70% of every training episode is my own hand motion, retargeted. The robot only adds the last centimetres of the grasp and release.</a:t>
            </a:r>
            <a:endParaRPr lang="en-US" sz="1800" dirty="0"/>
          </a:p>
        </p:txBody>
      </p:sp>
      <p:sp>
        <p:nvSpPr>
          <p:cNvPr id="5" name="diff1"/>
          <p:cNvSpPr/>
          <p:nvPr/>
        </p:nvSpPr>
        <p:spPr>
          <a:xfrm>
            <a:off x="6172200" y="146304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355080" y="1600200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Fair comparison with robot data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Same controller, action space, dataset format, model, training and evaluation as LIBERO's own demos, so 96% vs 86% is like for like.</a:t>
            </a:r>
            <a:endParaRPr lang="en-US" sz="1800" dirty="0"/>
          </a:p>
        </p:txBody>
      </p:sp>
      <p:sp>
        <p:nvSpPr>
          <p:cNvPr id="7" name="diff2"/>
          <p:cNvSpPr/>
          <p:nvPr/>
        </p:nvSpPr>
        <p:spPr>
          <a:xfrm>
            <a:off x="548640" y="388620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023360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Diagnosis, not just a score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Control runs (C, C2) and one-change ablations (E, H, D-40k, F) show why the first version failed and what fixed it.</a:t>
            </a:r>
            <a:endParaRPr lang="en-US" sz="1800" dirty="0"/>
          </a:p>
        </p:txBody>
      </p:sp>
      <p:sp>
        <p:nvSpPr>
          <p:cNvPr id="9" name="diff3"/>
          <p:cNvSpPr/>
          <p:nvPr/>
        </p:nvSpPr>
        <p:spPr>
          <a:xfrm>
            <a:off x="6172200" y="3886200"/>
            <a:ext cx="544068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4023360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Cheap and repeatable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tx2"/>
                </a:solidFill>
              </a:rPr>
              <a:t>A phone, a printed marker and a laptop for the data; one command per experiment. Anyone can record more demos.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this matches what the role asks for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066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The role asks for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Evidence from this challenge and my work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Master's or PhD in CS / ML / robotics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MEng Robotics and Artificial Intelligence, UCL (penultimate year, graduating June 2028)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ML foundations, Python, PyTorch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Pipeline in Python; SmolVLA and ACT fine-tuned in PyTorch through LeRobot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Interest in RL, world models, VLAs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VLA post-training on human data, the gap between human and robot data; RL and world models are my next steps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Running experiments rigorously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 runs, one change each, controls, 95% intervals, an explanation I retracted when the data disagreed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Ownership, iterating with guidance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Chose the task, recorded the data, built every stage; led a 5-person VLA project with Extend Robotics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Problem solving, attention to detail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Found that the evaluation always uses one ketchup position; fixed depth, lag and grasp slips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Fast learner, research pace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New to LIBERO, retargeting and hand tracking; from first recording to 96% in about two weeks, on a laptop and a shared GPU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With more time, data and compute</a:t>
            </a:r>
            <a:endParaRPr lang="en-US" sz="3000" dirty="0"/>
          </a:p>
        </p:txBody>
      </p:sp>
      <p:sp>
        <p:nvSpPr>
          <p:cNvPr id="3" name="next0"/>
          <p:cNvSpPr/>
          <p:nvPr/>
        </p:nvSpPr>
        <p:spPr>
          <a:xfrm>
            <a:off x="548640" y="146304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More seeds and tasks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3 seeds per run and the same pipeline on other LIBERO tasks, to separate real effects from noise.</a:t>
            </a:r>
            <a:endParaRPr lang="en-US" sz="1800" dirty="0"/>
          </a:p>
        </p:txBody>
      </p:sp>
      <p:sp>
        <p:nvSpPr>
          <p:cNvPr id="5" name="next1"/>
          <p:cNvSpPr/>
          <p:nvPr/>
        </p:nvSpPr>
        <p:spPr>
          <a:xfrm>
            <a:off x="4297680" y="146304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480560" y="160020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Generalise beyond one position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Record demos with the bottle moved around; blend only part-way to the average, or average neighbouring demos.</a:t>
            </a:r>
            <a:endParaRPr lang="en-US" sz="1800" dirty="0"/>
          </a:p>
        </p:txBody>
      </p:sp>
      <p:sp>
        <p:nvSpPr>
          <p:cNvPr id="7" name="next2"/>
          <p:cNvSpPr/>
          <p:nvPr/>
        </p:nvSpPr>
        <p:spPr>
          <a:xfrm>
            <a:off x="8046720" y="146304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0" y="160020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RL on top of the VLA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Use G as the starting policy for RL in LIBERO (PPO or residual RL) to recover from mistakes.</a:t>
            </a:r>
            <a:endParaRPr lang="en-US" sz="1800" dirty="0"/>
          </a:p>
        </p:txBody>
      </p:sp>
      <p:sp>
        <p:nvSpPr>
          <p:cNvPr id="9" name="next3"/>
          <p:cNvSpPr/>
          <p:nvPr/>
        </p:nvSpPr>
        <p:spPr>
          <a:xfrm>
            <a:off x="548640" y="397764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11480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World model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Train an action-conditioned video model on my clips to generate more consistent demos, or as a learned simulator.</a:t>
            </a:r>
            <a:endParaRPr lang="en-US" sz="1800" dirty="0"/>
          </a:p>
        </p:txBody>
      </p:sp>
      <p:sp>
        <p:nvSpPr>
          <p:cNvPr id="11" name="next4"/>
          <p:cNvSpPr/>
          <p:nvPr/>
        </p:nvSpPr>
        <p:spPr>
          <a:xfrm>
            <a:off x="4297680" y="397764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411480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Better hands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3-D hand mesh (HaMeR / WiLoR) or a second camera, so the gripper follows the fingers instead of scripted grasps.</a:t>
            </a:r>
            <a:endParaRPr lang="en-US" sz="1800" dirty="0"/>
          </a:p>
        </p:txBody>
      </p:sp>
      <p:sp>
        <p:nvSpPr>
          <p:cNvPr id="13" name="next5"/>
          <p:cNvSpPr/>
          <p:nvPr/>
        </p:nvSpPr>
        <p:spPr>
          <a:xfrm>
            <a:off x="8046720" y="3977640"/>
            <a:ext cx="356616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411480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Faster inference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Profile and quantise SmolVLA and tune the action-chunk size for a real robot's latency budget.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959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al2Sim">
  <a:themeElements>
    <a:clrScheme name="Real2Sim">
      <a:dk1>
        <a:srgbClr val="1F2328"/>
      </a:dk1>
      <a:lt1>
        <a:srgbClr val="FFFFFF"/>
      </a:lt1>
      <a:dk2>
        <a:srgbClr val="57606A"/>
      </a:dk2>
      <a:lt2>
        <a:srgbClr val="F3F4F6"/>
      </a:lt2>
      <a:accent1>
        <a:srgbClr val="2A78D6"/>
      </a:accent1>
      <a:accent2>
        <a:srgbClr val="EB6834"/>
      </a:accent2>
      <a:accent3>
        <a:srgbClr val="1BAF7A"/>
      </a:accent3>
      <a:accent4>
        <a:srgbClr val="D0D7DE"/>
      </a:accent4>
      <a:accent5>
        <a:srgbClr val="0B3B70"/>
      </a:accent5>
      <a:accent6>
        <a:srgbClr val="8C959F"/>
      </a:accent6>
      <a:hlink>
        <a:srgbClr val="2A78D6"/>
      </a:hlink>
      <a:folHlink>
        <a:srgbClr val="2A78D6"/>
      </a:folHlink>
    </a:clrScheme>
    <a:fontScheme name="Real2Si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Real2Sim: a simulated robot that learned from my phone videos</dc:title>
  <dc:subject>PptxGenJS Presentation</dc:subject>
  <dc:creator>Yash Joshi</dc:creator>
  <cp:lastModifiedBy>Yash Joshi</cp:lastModifiedBy>
  <cp:revision>1</cp:revision>
  <dcterms:created xsi:type="dcterms:W3CDTF">2026-10-14T23:51:08Z</dcterms:created>
  <dcterms:modified xsi:type="dcterms:W3CDTF">2026-10-14T23:51:08Z</dcterms:modified>
</cp:coreProperties>
</file>