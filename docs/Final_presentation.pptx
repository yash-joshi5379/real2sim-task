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de0abda2-24ca-6e5d-078b-e1ee87acd354}">
          <p14:sldIdLst>
            <p14:sldId id="256"/>
            <p14:sldId id="257"/>
          </p14:sldIdLst>
        </p14:section>
        <p14:section name="Building it" id="{c14e3097-5c30-ed5e-0019-2b383c9ec2d9}">
          <p14:sldIdLst>
            <p14:sldId id="258"/>
            <p14:sldId id="259"/>
            <p14:sldId id="260"/>
            <p14:sldId id="261"/>
          </p14:sldIdLst>
        </p14:section>
        <p14:section name="Evaluating" id="{cca4884e-9700-39b3-360c-9b347110615a}">
          <p14:sldIdLst>
            <p14:sldId id="262"/>
            <p14:sldId id="263"/>
            <p14:sldId id="264"/>
            <p14:sldId id="265"/>
          </p14:sldIdLst>
        </p14:section>
        <p14:section name="Looking ahead" id="{d0e7c3ad-e7d3-c932-0d9d-938a1ee22a5b}">
          <p14:sldIdLst>
            <p14:sldId id="266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822960"/>
            <a:ext cx="109728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148840"/>
            <a:ext cx="109728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59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59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gif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gif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gif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gif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82296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tx1"/>
                </a:solidFill>
              </a:rPr>
              <a:t>Teaching a robot arm with my own hand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1488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I filmed a pick-and-place task 54 times on my phone, turned my hand into robot demonstrations in the LIBERO simulator and fine-tuned SmolVLA on them. No robot data was used.</a:t>
            </a:r>
            <a:endParaRPr lang="en-US" sz="2000" dirty="0"/>
          </a:p>
        </p:txBody>
      </p:sp>
      <p:pic>
        <p:nvPicPr>
          <p:cNvPr id="4" name="Image 0" descr="/tmp/claude-0/-home-claude/d9efc72f-2e75-5993-a5ab-c63f869163ee/scratchpad/repo_out/Real2Sim-Task/docs/media/human_to_robot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154680"/>
            <a:ext cx="7315200" cy="2633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5852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Left: one of my phone demos. Right: the Panda arm replaying it in simulation.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8321040" y="3154680"/>
            <a:ext cx="33832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96%</a:t>
            </a:r>
            <a:endParaRPr lang="en-US" sz="54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success on the LIBERO task, trained only on my videos</a:t>
            </a:r>
            <a:endParaRPr lang="en-US" sz="54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 </a:t>
            </a:r>
            <a:endParaRPr lang="en-US" sz="54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Yash Joshi</a:t>
            </a:r>
            <a:endParaRPr lang="en-US" sz="5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MEng Robotics and AI, UCL</a:t>
            </a:r>
            <a:endParaRPr lang="en-US" sz="5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Humanoid internship challenge</a:t>
            </a:r>
            <a:endParaRPr lang="en-US" sz="54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1"/>
                </a:solidFill>
              </a:rPr>
              <a:t>github.com/yash-joshi5379/Real2Sim-Task</a:t>
            </a:r>
            <a:endParaRPr lang="en-US" sz="5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THE CHALLENGE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Use data I recorded myself to drive a robot in simulation</a:t>
            </a:r>
            <a:endParaRPr lang="en-US" sz="3000" dirty="0"/>
          </a:p>
        </p:txBody>
      </p:sp>
      <p:pic>
        <p:nvPicPr>
          <p:cNvPr id="4" name="Image 0" descr="/tmp/claude-0/-home-claude/d9efc72f-2e75-5993-a5ab-c63f869163ee/scratchpad/deck/img/libero_tas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2514600" cy="2514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1605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The simulator task: LIBERO-Object #4, "pick up the ketchup and place it in the basket"</a:t>
            </a:r>
            <a:endParaRPr lang="en-US" sz="1200" dirty="0"/>
          </a:p>
        </p:txBody>
      </p:sp>
      <p:pic>
        <p:nvPicPr>
          <p:cNvPr id="6" name="Image 1" descr="/tmp/claude-0/-home-claude/d9efc72f-2e75-5993-a5ab-c63f869163ee/scratchpad/repo_out/Real2Sim-Task/docs/media/setup_phot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554480"/>
            <a:ext cx="3346704" cy="25146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3291840" y="4160520"/>
            <a:ext cx="3346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My version at home: a bottle for the ketchup, a box for the basket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7040880" y="1600200"/>
            <a:ext cx="4572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Why this task: I had a bottle and a box at home that match the ketchup and basket, and LIBERO tests it on 50 fixed layouts, so results are comparable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Plan: record, extract my hand's 3-D path, retarget it onto the robot, train a VLA, evaluate the standard LIBERO way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Reference: the same model trained on LIBERO's 45 robot demos of this task, so any gap comes from the data, not the model</a:t>
            </a:r>
            <a:endParaRPr lang="en-US" sz="1500" dirty="0"/>
          </a:p>
        </p:txBody>
      </p:sp>
      <p:sp>
        <p:nvSpPr>
          <p:cNvPr id="9" name="step0"/>
          <p:cNvSpPr/>
          <p:nvPr/>
        </p:nvSpPr>
        <p:spPr>
          <a:xfrm>
            <a:off x="548640" y="5074920"/>
            <a:ext cx="201168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48640" y="50749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1  Record</a:t>
            </a:r>
            <a:endParaRPr lang="en-US" sz="1500" dirty="0"/>
          </a:p>
        </p:txBody>
      </p:sp>
      <p:sp>
        <p:nvSpPr>
          <p:cNvPr id="11" name="step1"/>
          <p:cNvSpPr/>
          <p:nvPr/>
        </p:nvSpPr>
        <p:spPr>
          <a:xfrm>
            <a:off x="2788920" y="5074920"/>
            <a:ext cx="201168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2788920" y="50749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2  Extract</a:t>
            </a:r>
            <a:endParaRPr lang="en-US" sz="1500" dirty="0"/>
          </a:p>
        </p:txBody>
      </p:sp>
      <p:sp>
        <p:nvSpPr>
          <p:cNvPr id="13" name="step2"/>
          <p:cNvSpPr/>
          <p:nvPr/>
        </p:nvSpPr>
        <p:spPr>
          <a:xfrm>
            <a:off x="5029200" y="5074920"/>
            <a:ext cx="201168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5029200" y="50749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3  Retarget</a:t>
            </a:r>
            <a:endParaRPr lang="en-US" sz="1500" dirty="0"/>
          </a:p>
        </p:txBody>
      </p:sp>
      <p:sp>
        <p:nvSpPr>
          <p:cNvPr id="15" name="step3"/>
          <p:cNvSpPr/>
          <p:nvPr/>
        </p:nvSpPr>
        <p:spPr>
          <a:xfrm>
            <a:off x="7269480" y="5074920"/>
            <a:ext cx="201168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7269480" y="50749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4  Train</a:t>
            </a:r>
            <a:endParaRPr lang="en-US" sz="1500" dirty="0"/>
          </a:p>
        </p:txBody>
      </p:sp>
      <p:sp>
        <p:nvSpPr>
          <p:cNvPr id="17" name="step4"/>
          <p:cNvSpPr/>
          <p:nvPr/>
        </p:nvSpPr>
        <p:spPr>
          <a:xfrm>
            <a:off x="9509760" y="5074920"/>
            <a:ext cx="201168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9509760" y="50749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5  Evaluate &amp; iterate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59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STEP 1 · RECORD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54 demos with a phone and a printed marker</a:t>
            </a:r>
            <a:endParaRPr lang="en-US" sz="3000" dirty="0"/>
          </a:p>
        </p:txBody>
      </p:sp>
      <p:pic>
        <p:nvPicPr>
          <p:cNvPr id="4" name="Image 0" descr="/tmp/claude-0/-home-claude/d9efc72f-2e75-5993-a5ab-c63f869163ee/scratchpad/deck/img/recordin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7498080" cy="422034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85216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A frame from one of the 54 clips, mid-carry.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8412480" y="1600200"/>
            <a:ext cx="32004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Phone fixed on a stand: the camera never moves, so the marker calibrates a whole clip at once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ArUco marker (100 mm): its known size gives metric scale and the floor plane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Printed on A4: the sheet's known edges give the focal length, so no separate calibration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54 demos: about as many as LIBERO's own 45 for this task, so the comparison is fair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Distractors around the bottle, like the cluttered LIBERO scene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59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STEP 2 · EXTRACT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From video to a 3-D path of my hand</a:t>
            </a:r>
            <a:endParaRPr lang="en-US" sz="3000" dirty="0"/>
          </a:p>
        </p:txBody>
      </p:sp>
      <p:pic>
        <p:nvPicPr>
          <p:cNvPr id="4" name="Image 0" descr="/tmp/claude-0/-home-claude/d9efc72f-2e75-5993-a5ab-c63f869163ee/scratchpad/repo_out/Real2Sim-Task/docs/media/extraction_ep02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6766560" cy="4054867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66928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One demo: the tracked grasp point over time (purple → yellow) and its shadow on the floor.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7680960" y="1600200"/>
            <a:ext cx="39319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MediaPipe hands: runs on a laptop CPU and gives a metric 3-D hand model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Grasp point = thumb-index midpoint, where a parallel gripper's fingers close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Bottle start and drop from the first vs last frame: it's the only thing that moved, so no object detector is needed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Carry depth from geometry (hand ray meets the vertical plane between bottle and box), because single-image hand depth was up to 40% off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51/54 clean; 3 neck grasps kept, as their paths are still valid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59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STEP 3 · RETARGET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robot replays every demo in LIBERO</a:t>
            </a:r>
            <a:endParaRPr lang="en-US" sz="3000" dirty="0"/>
          </a:p>
        </p:txBody>
      </p:sp>
      <p:pic>
        <p:nvPicPr>
          <p:cNvPr id="4" name="Image 0" descr="/tmp/claude-0/-home-claude/d9efc72f-2e75-5993-a5ab-c63f869163ee/scratchpad/deck/img/h2r_slide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7315200" cy="2633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251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The caption under the robot shows when it follows my hand and when it acts on its own.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1600200"/>
            <a:ext cx="33832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One transform for all demos, fitted on where my hand let go (the bottle tipped ~6 cm further after release)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Heights rescaled: my bottle is 19 cm, the sim ketchup 14.6 cm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The robot follows my reach and carry (70% of steps) but does the contact itself, because a phone can't see finger contact and copied grasps slipped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Played 1.3× faster to fit LIBERO's 280-step limit; 54/54 succeed</a:t>
            </a:r>
            <a:endParaRPr lang="en-US" sz="1500" dirty="0"/>
          </a:p>
        </p:txBody>
      </p:sp>
      <p:sp>
        <p:nvSpPr>
          <p:cNvPr id="7" name="c_retarget"/>
          <p:cNvSpPr/>
          <p:nvPr/>
        </p:nvSpPr>
        <p:spPr>
          <a:xfrm>
            <a:off x="548640" y="4754880"/>
            <a:ext cx="731520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4892040"/>
            <a:ext cx="6949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Why replay in the simulator instead of training on the video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A VLA learns from robot camera images paired with robot actions. Replaying with LIBERO's own controller turns my motion into exactly that, in the action space LIBERO policies use.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59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STEP 4 · TRAIN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Same model, same settings as for LIBERO's own data</a:t>
            </a:r>
            <a:endParaRPr lang="en-US" sz="3000" dirty="0"/>
          </a:p>
        </p:txBody>
      </p:sp>
      <p:pic>
        <p:nvPicPr>
          <p:cNvPr id="4" name="Image 0" descr="/tmp/claude-0/-home-claude/d9efc72f-2e75-5993-a5ab-c63f869163ee/scratchpad/repo_out/Real2Sim-Task/docs/media/wandb_lo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7498080" cy="297423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57200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Training loss in Weights &amp; Biases (B, C2, D, G). D's loss stays highest: its 54 paths are all different.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8412480" y="1600200"/>
            <a:ext cx="32004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Same format as LeRobot's LIBERO data, so my runs and the reference share identical code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SmolVLA: pretrained, which matters with 54 demos, and small enough (~450M) for one 16 GB GPU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Same recipe every run (batch 32, 20k steps, seed 1000), so only the data changes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20k steps: the loss has flattened, and D-40k gained nothing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Scored with lerobot-eval on the 50 standard layouts, the way LIBERO results are reported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59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STEP 5 · EVALUATE AND ITERATE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12 runs in the order I ran them, one change each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4480560"/>
                <a:gridCol w="1005840"/>
                <a:gridCol w="4754880"/>
              </a:tblGrid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Run</a:t>
                      </a:r>
                      <a:endParaRPr 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What changed</a:t>
                      </a:r>
                      <a:endParaRPr 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Success</a:t>
                      </a:r>
                      <a:endParaRPr 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What it told me</a:t>
                      </a:r>
                      <a:endParaRPr 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My demos as extracted</a:t>
                      </a:r>
                      <a:endParaRPr 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18%</a:t>
                      </a:r>
                      <a:endParaRPr 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Far below the reference: something is wrong</a:t>
                      </a:r>
                      <a:endParaRPr 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LIBERO's own robot demos (reference)</a:t>
                      </a:r>
                      <a:endParaRPr 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86%</a:t>
                      </a:r>
                      <a:endParaRPr 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The target</a:t>
                      </a:r>
                      <a:endParaRPr 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A2</a:t>
                      </a:r>
                      <a:endParaRPr 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Bottle at random spots of the spawn area, ×4</a:t>
                      </a:r>
                      <a:endParaRPr 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22%</a:t>
                      </a:r>
                      <a:endParaRPr 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Spreading the bottle out doesn't help</a:t>
                      </a:r>
                      <a:endParaRPr 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Scripted motion instead of mine (control)</a:t>
                      </a:r>
                      <a:endParaRPr 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0%</a:t>
                      </a:r>
                      <a:endParaRPr 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Even perfect motion fails: not my hand</a:t>
                      </a:r>
                      <a:endParaRPr 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Bottle exactly where evaluation puts it</a:t>
                      </a:r>
                      <a:endParaRPr 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50%</a:t>
                      </a:r>
                      <a:endParaRPr 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Placement was the first problem</a:t>
                      </a:r>
                      <a:endParaRPr 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C2</a:t>
                      </a:r>
                      <a:endParaRPr 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Scripted motion + that placement (control)</a:t>
                      </a:r>
                      <a:endParaRPr 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98%</a:t>
                      </a:r>
                      <a:endParaRPr 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The pipeline works; my paths cost the rest</a:t>
                      </a:r>
                      <a:endParaRPr 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D4</a:t>
                      </a:r>
                      <a:endParaRPr 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D, each demo in 4 layouts</a:t>
                      </a:r>
                      <a:endParaRPr 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24%</a:t>
                      </a:r>
                      <a:endParaRPr 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More copies of the same motions: no</a:t>
                      </a:r>
                      <a:endParaRPr 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D-40k</a:t>
                      </a:r>
                      <a:endParaRPr 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D, trained twice as long</a:t>
                      </a:r>
                      <a:endParaRPr 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48%</a:t>
                      </a:r>
                      <a:endParaRPr 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Not under-training</a:t>
                      </a:r>
                      <a:endParaRPr 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 with one fixed timing</a:t>
                      </a:r>
                      <a:endParaRPr 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30%</a:t>
                      </a:r>
                      <a:endParaRPr 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Not the timing</a:t>
                      </a:r>
                      <a:endParaRPr 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F</a:t>
                      </a:r>
                      <a:endParaRPr 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D's data, ACT instead of SmolVLA</a:t>
                      </a:r>
                      <a:endParaRPr 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18%</a:t>
                      </a:r>
                      <a:endParaRPr 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Pretraining matters with 54 demos</a:t>
                      </a:r>
                      <a:endParaRPr 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G</a:t>
                      </a:r>
                      <a:endParaRPr 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D with the path shapes averaged</a:t>
                      </a:r>
                      <a:endParaRPr 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96%</a:t>
                      </a:r>
                      <a:endParaRPr 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Consistent paths fix it</a:t>
                      </a:r>
                      <a:endParaRPr 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H</a:t>
                      </a:r>
                      <a:endParaRPr 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 with tracking jitter filtered out</a:t>
                      </a:r>
                      <a:endParaRPr 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52%</a:t>
                      </a:r>
                      <a:endParaRPr 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Not measurement noise</a:t>
                      </a:r>
                      <a:endParaRPr 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172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Success = ketchup in the basket, over LIBERO's 50 test layouts (final checkpoints).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59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DIAGNOSIS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Where the 50% policy went wrong</a:t>
            </a:r>
            <a:endParaRPr lang="en-US" sz="3000" dirty="0"/>
          </a:p>
        </p:txBody>
      </p:sp>
      <p:pic>
        <p:nvPicPr>
          <p:cNvPr id="4" name="Image 0" descr="/tmp/claude-0/-home-claude/d9efc72f-2e75-5993-a5ab-c63f869163ee/scratchpad/deck/img/failures_D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7680960" cy="2560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2062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Hovers, never grasps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3108960" y="42062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Knocks the ketchup over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669280" y="42062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Drops it beside the basket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595360" y="1600200"/>
            <a:ext cx="30175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Grasps are hesitant: the policy has learned a blur of 54 different paths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controls ruled out the pipeline (C2: 98%)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E, H and D-40k ruled out timing, tracking noise and training length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What's left: the paths themselves vary too much between demos</a:t>
            </a:r>
            <a:endParaRPr lang="en-US" sz="1600" dirty="0"/>
          </a:p>
        </p:txBody>
      </p:sp>
      <p:sp>
        <p:nvSpPr>
          <p:cNvPr id="9" name="c_mistake"/>
          <p:cNvSpPr/>
          <p:nvPr/>
        </p:nvSpPr>
        <p:spPr>
          <a:xfrm>
            <a:off x="548640" y="4754880"/>
            <a:ext cx="768096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4892040"/>
            <a:ext cx="7315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A mistake I corrected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I first blamed C's 0% on the slow approach in the scripted motion. C2 has the same approach and scores 98%, so C was failing because of where the bottle was.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59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THE FIX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Averaging the shape of my 54 paths</a:t>
            </a:r>
            <a:endParaRPr lang="en-US" sz="3000" dirty="0"/>
          </a:p>
        </p:txBody>
      </p:sp>
      <p:pic>
        <p:nvPicPr>
          <p:cNvPr id="4" name="Image 0" descr="/tmp/claude-0/-home-claude/d9efc72f-2e75-5993-a5ab-c63f869163ee/scratchpad/repo_out/Real2Sim-Task/docs/media/paths_D_vs_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7680960" cy="446892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595360" y="1600200"/>
            <a:ext cx="30175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Each path = straight line from its start to its end + how it bends away from that line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bends are averaged over all 54 demos and put back on each demo's own line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Every demo keeps its own start, grasp, release and timing: it's still my motion, just consistent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Why this fix: more copies (D4) and a spread-out bottle (A2) didn't help, and C2 showed consistent paths reach 98%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Caveat: it works this well because the test always puts the ketchup in the same place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59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RESULT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96% from phone videos, above LIBERO's own robot demos</a:t>
            </a:r>
            <a:endParaRPr lang="en-US" sz="3000" dirty="0"/>
          </a:p>
        </p:txBody>
      </p:sp>
      <p:pic>
        <p:nvPicPr>
          <p:cNvPr id="4" name="Image 0" descr="/tmp/claude-0/-home-claude/d9efc72f-2e75-5993-a5ab-c63f869163ee/scratchpad/deck/img/policy_G_slide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7680960" cy="2560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1605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The trained policy (run G) in three of LIBERO's test layouts, real time.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8595360" y="150876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96%</a:t>
            </a:r>
            <a:endParaRPr lang="en-US" sz="4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G: my demos, averaged paths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8595360" y="297180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</a:rPr>
              <a:t>86%</a:t>
            </a:r>
            <a:endParaRPr lang="en-US" sz="4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B: LIBERO's robot demos</a:t>
            </a:r>
            <a:endParaRPr lang="en-US" sz="4400" dirty="0"/>
          </a:p>
        </p:txBody>
      </p:sp>
      <p:sp>
        <p:nvSpPr>
          <p:cNvPr id="8" name="Text 5"/>
          <p:cNvSpPr txBox="1"/>
          <p:nvPr/>
        </p:nvSpPr>
        <p:spPr>
          <a:xfrm>
            <a:off x="8595360" y="443484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tx2"/>
                </a:solidFill>
              </a:rPr>
              <a:t>50%</a:t>
            </a:r>
            <a:endParaRPr lang="en-US" sz="4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D: my demos, raw paths</a:t>
            </a:r>
            <a:endParaRPr lang="en-US" sz="4400" dirty="0"/>
          </a:p>
        </p:txBody>
      </p:sp>
      <p:sp>
        <p:nvSpPr>
          <p:cNvPr id="9" name="c_result"/>
          <p:cNvSpPr/>
          <p:nvPr/>
        </p:nvSpPr>
        <p:spPr>
          <a:xfrm>
            <a:off x="548640" y="4754880"/>
            <a:ext cx="768096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4892040"/>
            <a:ext cx="7315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Same model, same training, same test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Only the training data differs between G, B and D, so the comparison is like for like. Intervals: G 87–99%, B 74–93% (50 episodes each).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59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TAKEAWAYS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What is different about this approach</a:t>
            </a:r>
            <a:endParaRPr lang="en-US" sz="3000" dirty="0"/>
          </a:p>
        </p:txBody>
      </p:sp>
      <p:sp>
        <p:nvSpPr>
          <p:cNvPr id="4" name="diff0"/>
          <p:cNvSpPr/>
          <p:nvPr/>
        </p:nvSpPr>
        <p:spPr>
          <a:xfrm>
            <a:off x="548640" y="1600200"/>
            <a:ext cx="544068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737360"/>
            <a:ext cx="5074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My data drives the robot</a:t>
            </a:r>
            <a:endParaRPr lang="en-US" sz="1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tx2"/>
                </a:solidFill>
              </a:rPr>
              <a:t>70% of every training episode is my own hand motion. The robot only adds the last centimetres of the grasp and release.</a:t>
            </a:r>
            <a:endParaRPr lang="en-US" sz="1900" dirty="0"/>
          </a:p>
        </p:txBody>
      </p:sp>
      <p:sp>
        <p:nvSpPr>
          <p:cNvPr id="6" name="diff1"/>
          <p:cNvSpPr/>
          <p:nvPr/>
        </p:nvSpPr>
        <p:spPr>
          <a:xfrm>
            <a:off x="6172200" y="1600200"/>
            <a:ext cx="544068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55080" y="1737360"/>
            <a:ext cx="5074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A fair comparison</a:t>
            </a:r>
            <a:endParaRPr lang="en-US" sz="1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tx2"/>
                </a:solidFill>
              </a:rPr>
              <a:t>Same controller, data format, model, training and test as LIBERO's own demos, so 96% vs 86% is like for like.</a:t>
            </a:r>
            <a:endParaRPr lang="en-US" sz="1900" dirty="0"/>
          </a:p>
        </p:txBody>
      </p:sp>
      <p:sp>
        <p:nvSpPr>
          <p:cNvPr id="8" name="diff2"/>
          <p:cNvSpPr/>
          <p:nvPr/>
        </p:nvSpPr>
        <p:spPr>
          <a:xfrm>
            <a:off x="548640" y="3931920"/>
            <a:ext cx="544068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4069080"/>
            <a:ext cx="5074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A diagnosis, not just a score</a:t>
            </a:r>
            <a:endParaRPr lang="en-US" sz="1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tx2"/>
                </a:solidFill>
              </a:rPr>
              <a:t>Controls and one-change runs showed why the first version failed and what fixed it.</a:t>
            </a:r>
            <a:endParaRPr lang="en-US" sz="1900" dirty="0"/>
          </a:p>
        </p:txBody>
      </p:sp>
      <p:sp>
        <p:nvSpPr>
          <p:cNvPr id="10" name="diff3"/>
          <p:cNvSpPr/>
          <p:nvPr/>
        </p:nvSpPr>
        <p:spPr>
          <a:xfrm>
            <a:off x="6172200" y="3931920"/>
            <a:ext cx="544068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55080" y="4069080"/>
            <a:ext cx="5074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Cheap to repeat</a:t>
            </a:r>
            <a:endParaRPr lang="en-US" sz="1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tx2"/>
                </a:solidFill>
              </a:rPr>
              <a:t>A phone, a printed marker and a laptop for the data; one command per experiment.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59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ABOUT ME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How this matches what the role asks for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740664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The role asks for</a:t>
                      </a:r>
                      <a:endParaRPr 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Evidence from this challenge and my work</a:t>
                      </a:r>
                      <a:endParaRPr lang="en-US" sz="13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Master's or PhD in CS / ML / robotics</a:t>
                      </a:r>
                      <a:endParaRPr lang="en-US" sz="14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MEng Robotics and Artificial Intelligence, UCL (penultimate year, graduating June 2028)</a:t>
                      </a:r>
                      <a:endParaRPr lang="en-US" sz="14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ML foundations, Python, PyTorch</a:t>
                      </a:r>
                      <a:endParaRPr lang="en-US" sz="14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Pipeline in Python; SmolVLA and ACT fine-tuned in PyTorch through LeRobot</a:t>
                      </a:r>
                      <a:endParaRPr lang="en-US" sz="14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Interest in RL, world models, VLAs</a:t>
                      </a:r>
                      <a:endParaRPr lang="en-US" sz="14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VLA post-training on human data, closing the gap between human and robot data; RL and world models are my next steps</a:t>
                      </a:r>
                      <a:endParaRPr lang="en-US" sz="14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Running experiments rigorously</a:t>
                      </a:r>
                      <a:endParaRPr lang="en-US" sz="14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12 runs, one change each, controls, 95% intervals, and an explanation I retracted when the data disagreed</a:t>
                      </a:r>
                      <a:endParaRPr lang="en-US" sz="14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Ownership, iterating with guidance</a:t>
                      </a:r>
                      <a:endParaRPr lang="en-US" sz="14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Chose the task, recorded the data, built every stage; led a 5-person VLA project with Extend Robotics</a:t>
                      </a:r>
                      <a:endParaRPr lang="en-US" sz="14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Problem solving, attention to detail</a:t>
                      </a:r>
                      <a:endParaRPr lang="en-US" sz="14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Found that the test always uses one ketchup position; fixed depth errors, arm lag and grasp slips</a:t>
                      </a:r>
                      <a:endParaRPr lang="en-US" sz="14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Fast learner, research pace</a:t>
                      </a:r>
                      <a:endParaRPr lang="en-US" sz="14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New to LIBERO, retargeting and hand tracking; first recording to 96% in about two weeks, on a laptop and a shared GPU</a:t>
                      </a:r>
                      <a:endParaRPr lang="en-US" sz="1400" dirty="0"/>
                    </a:p>
                  </a:txBody>
                  <a:tcPr marL="73152" marR="73152" marT="0" marB="0" anchor="ctr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59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NEXT STEPS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With more time, data and compute</a:t>
            </a:r>
            <a:endParaRPr lang="en-US" sz="3000" dirty="0"/>
          </a:p>
        </p:txBody>
      </p:sp>
      <p:sp>
        <p:nvSpPr>
          <p:cNvPr id="4" name="next0"/>
          <p:cNvSpPr/>
          <p:nvPr/>
        </p:nvSpPr>
        <p:spPr>
          <a:xfrm>
            <a:off x="548640" y="1600200"/>
            <a:ext cx="356616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737360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More seeds and tasks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One seed and 50 episodes per run means gaps under ~15 points are noise; 3 seeds and more LIBERO tasks would settle them.</a:t>
            </a:r>
            <a:endParaRPr lang="en-US" sz="1600" dirty="0"/>
          </a:p>
        </p:txBody>
      </p:sp>
      <p:sp>
        <p:nvSpPr>
          <p:cNvPr id="6" name="next1"/>
          <p:cNvSpPr/>
          <p:nvPr/>
        </p:nvSpPr>
        <p:spPr>
          <a:xfrm>
            <a:off x="4297680" y="1600200"/>
            <a:ext cx="356616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480560" y="1737360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Beyond one position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The test keeps the ketchup in one spot, real use won't: demos with the bottle moved, blended only part-way.</a:t>
            </a:r>
            <a:endParaRPr lang="en-US" sz="1600" dirty="0"/>
          </a:p>
        </p:txBody>
      </p:sp>
      <p:sp>
        <p:nvSpPr>
          <p:cNvPr id="8" name="next2"/>
          <p:cNvSpPr/>
          <p:nvPr/>
        </p:nvSpPr>
        <p:spPr>
          <a:xfrm>
            <a:off x="8046720" y="1600200"/>
            <a:ext cx="356616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0" y="1737360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RL on top of the VLA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Imitation can't recover from states it never saw; RL in LIBERO starting from G can learn to.</a:t>
            </a:r>
            <a:endParaRPr lang="en-US" sz="1600" dirty="0"/>
          </a:p>
        </p:txBody>
      </p:sp>
      <p:sp>
        <p:nvSpPr>
          <p:cNvPr id="10" name="next3"/>
          <p:cNvSpPr/>
          <p:nvPr/>
        </p:nvSpPr>
        <p:spPr>
          <a:xfrm>
            <a:off x="548640" y="3611880"/>
            <a:ext cx="356616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3749040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World model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The bottleneck was few, inconsistent demos; a video model trained on my clips could generate more.</a:t>
            </a:r>
            <a:endParaRPr lang="en-US" sz="1600" dirty="0"/>
          </a:p>
        </p:txBody>
      </p:sp>
      <p:sp>
        <p:nvSpPr>
          <p:cNvPr id="12" name="next4"/>
          <p:cNvSpPr/>
          <p:nvPr/>
        </p:nvSpPr>
        <p:spPr>
          <a:xfrm>
            <a:off x="4297680" y="3611880"/>
            <a:ext cx="356616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480560" y="3749040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Better hand tracking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30% of each episode is scripted because a phone can't see finger contact; a 3-D hand mesh (HaMeR, WiLoR) could.</a:t>
            </a:r>
            <a:endParaRPr lang="en-US" sz="1600" dirty="0"/>
          </a:p>
        </p:txBody>
      </p:sp>
      <p:sp>
        <p:nvSpPr>
          <p:cNvPr id="14" name="next5"/>
          <p:cNvSpPr/>
          <p:nvPr/>
        </p:nvSpPr>
        <p:spPr>
          <a:xfrm>
            <a:off x="8046720" y="3611880"/>
            <a:ext cx="356616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0" y="3749040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Faster inference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A real robot has a latency budget; profiling and quantising SmolVLA would show what fits.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Code, results and instructions: </a:t>
            </a:r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github.com/yash-joshi5379/Real2Sim-Task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59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Real2Sim">
  <a:themeElements>
    <a:clrScheme name="Real2Sim">
      <a:dk1>
        <a:srgbClr val="1F2328"/>
      </a:dk1>
      <a:lt1>
        <a:srgbClr val="FFFFFF"/>
      </a:lt1>
      <a:dk2>
        <a:srgbClr val="57606A"/>
      </a:dk2>
      <a:lt2>
        <a:srgbClr val="F3F4F6"/>
      </a:lt2>
      <a:accent1>
        <a:srgbClr val="2A78D6"/>
      </a:accent1>
      <a:accent2>
        <a:srgbClr val="EB6834"/>
      </a:accent2>
      <a:accent3>
        <a:srgbClr val="1BAF7A"/>
      </a:accent3>
      <a:accent4>
        <a:srgbClr val="D0D7DE"/>
      </a:accent4>
      <a:accent5>
        <a:srgbClr val="0B3B70"/>
      </a:accent5>
      <a:accent6>
        <a:srgbClr val="8C959F"/>
      </a:accent6>
      <a:hlink>
        <a:srgbClr val="2A78D6"/>
      </a:hlink>
      <a:folHlink>
        <a:srgbClr val="2A78D6"/>
      </a:folHlink>
    </a:clrScheme>
    <a:fontScheme name="Real2Sim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Teaching a robot arm with my own hand</dc:title>
  <dc:subject>PptxGenJS Presentation</dc:subject>
  <dc:creator>Yash Joshi</dc:creator>
  <cp:lastModifiedBy>Yash Joshi</cp:lastModifiedBy>
  <cp:revision>1</cp:revision>
  <dcterms:created xsi:type="dcterms:W3CDTF">2026-10-15T01:55:24Z</dcterms:created>
  <dcterms:modified xsi:type="dcterms:W3CDTF">2026-10-15T01:55:24Z</dcterms:modified>
</cp:coreProperties>
</file>